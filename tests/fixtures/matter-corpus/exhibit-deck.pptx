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Johnson v. Nexus Dynamics Corp.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Evidence Exhibit Deck</a:t>
            </a:r>
          </a:p>
          <a:p>
            <a:r>
              <a:t>Case 26-CV-0412 |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Events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March 2025: Whistleblower report filed</a:t>
            </a:r>
          </a:p>
          <a:p>
            <a:r>
              <a:t>September 2025: Document preservation notice</a:t>
            </a:r>
          </a:p>
          <a:p>
            <a:r>
              <a:t>October 2025: Compliance meeting &amp; deadline</a:t>
            </a:r>
          </a:p>
          <a:p>
            <a:r>
              <a:t>November 12, 2025: Termination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