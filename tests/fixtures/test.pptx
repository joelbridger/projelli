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Q1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January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Revenue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Jan: $10,000 (baseline)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Feb: $11,000 (+10%)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Mar: $12,100 (+10%)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2026-04-15T17:45:46Z</dcterms:created>
  <dcterms:modified xsi:type="dcterms:W3CDTF">2026-04-15T17:45:46Z</dcterms:modified>
</cp:coreProperties>
</file>